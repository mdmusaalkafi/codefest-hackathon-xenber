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Urbanis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-regular.fntdata"/><Relationship Id="rId14" Type="http://schemas.openxmlformats.org/officeDocument/2006/relationships/slide" Target="slides/slide9.xml"/><Relationship Id="rId17" Type="http://schemas.openxmlformats.org/officeDocument/2006/relationships/font" Target="fonts/Urbanist-italic.fntdata"/><Relationship Id="rId16" Type="http://schemas.openxmlformats.org/officeDocument/2006/relationships/font" Target="fonts/Urbanis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Urbanis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10" Type="http://schemas.openxmlformats.org/officeDocument/2006/relationships/image" Target="../media/image21.png"/><Relationship Id="rId9" Type="http://schemas.openxmlformats.org/officeDocument/2006/relationships/image" Target="../media/image31.pn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Relationship Id="rId7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581025"/>
            <a:ext cx="11029950" cy="393590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54327" y="1908775"/>
            <a:ext cx="102552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PEKOM CODE FEST - Track 2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Team</a:t>
            </a:r>
            <a:r>
              <a:rPr lang="en-US" sz="3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: I(BM)^2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466975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81025"/>
            <a:ext cx="110299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81025" y="296227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Banks and fintechs are racing to move beyond FICO scores. While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structured data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(income, debt) is reliable, it misses the bigger picture.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81025" y="406717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rise of LLMs offers a new frontier: analyzing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unstructured text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(emails, essays, notes) to capture deeper behavioral insights.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81025" y="517207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However, implementing this safely, transparently, and fairly remains a massive industry challenge.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476500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15335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Industry Context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771525" y="1438275"/>
            <a:ext cx="4790700" cy="1108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The Problem: </a:t>
            </a:r>
            <a:br>
              <a:rPr b="0" i="0" lang="en-US" sz="1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Context Blindness</a:t>
            </a:r>
            <a:endParaRPr>
              <a:solidFill>
                <a:srgbClr val="EF4444"/>
              </a:solidFill>
            </a:endParaRPr>
          </a:p>
        </p:txBody>
      </p:sp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71525" y="2924175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Traditional credit scoring models are black and white.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71525" y="4924425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Urbanist"/>
                <a:ea typeface="Urbanist"/>
                <a:cs typeface="Urbanist"/>
                <a:sym typeface="Urbanist"/>
              </a:rPr>
              <a:t>We need a system that reads between the lines.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23925" y="34194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3419475"/>
            <a:ext cx="4371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student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with a Google offer letter gets rejected because they have "no history".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23925" y="40290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62025" y="4029075"/>
            <a:ext cx="4371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gambler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with a high salary gets approved because the numbers look good on paper.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571875"/>
            <a:ext cx="522922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3571875"/>
            <a:ext cx="522922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81025"/>
            <a:ext cx="1102995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971550" y="3962400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Structured Logic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971550" y="4476750"/>
            <a:ext cx="44481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keep the math. Our system validates hard financial data (Income, Loan Amount) to ensure basic affordability and compliance constraints are met.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772275" y="3962400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Cognitive Intelligence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772275" y="4476750"/>
            <a:ext cx="4448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add the brain. Using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Gemini </a:t>
            </a:r>
            <a:r>
              <a:rPr b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.5 Flash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we analyze the applicant's "Story" to detect behavioral red flags, inconsistencies, or hidden potential.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81025" y="26384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Solution: </a:t>
            </a:r>
            <a:r>
              <a:rPr b="1" i="0" lang="en-US" sz="3600" u="none" cap="none" strike="noStrike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Hybrid Risk Engine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4446389"/>
            <a:ext cx="110299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827389"/>
            <a:ext cx="2536775" cy="1449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2033" y="4827389"/>
            <a:ext cx="2536775" cy="1449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042" y="4827389"/>
            <a:ext cx="2536775" cy="1449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74050" y="4827389"/>
            <a:ext cx="2536775" cy="1449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81025"/>
            <a:ext cx="11029950" cy="216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727631" y="5027414"/>
            <a:ext cx="224356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1. Input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781050" y="5436989"/>
            <a:ext cx="21367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User submits financial data + behavioral essay via Next.js UI.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3558640" y="5027414"/>
            <a:ext cx="224356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2. Secure API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3612058" y="5436989"/>
            <a:ext cx="21367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Node.js Server receives data &amp; sanitizes inputs.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389649" y="5027414"/>
            <a:ext cx="224356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3. AI Analysis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443067" y="5436989"/>
            <a:ext cx="2136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Gemini </a:t>
            </a:r>
            <a:r>
              <a:rPr lang="en-US" sz="12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.5 Flash scans text for risk patterns &amp; context.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220657" y="5027414"/>
            <a:ext cx="224356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4. Decision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274075" y="5436989"/>
            <a:ext cx="21367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JSON output with Risk Score (0-100) &amp; Flags returned.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81025" y="2750939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Architecture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1735112" y="442811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4566121" y="438424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7397129" y="44134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10228138" y="438424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943225"/>
            <a:ext cx="34861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925" y="2943225"/>
            <a:ext cx="34861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4825" y="2943225"/>
            <a:ext cx="34861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81025"/>
            <a:ext cx="110299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95475" y="33337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1734026" y="4429125"/>
            <a:ext cx="118014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Next.js 14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76300" y="5086350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 Router &amp; Server Actions for a modern, fast frontend.</a:t>
            </a:r>
            <a:endParaRPr/>
          </a:p>
        </p:txBody>
      </p:sp>
      <p:pic>
        <p:nvPicPr>
          <p:cNvPr descr="image.png" id="156" name="Google Shape;15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7375" y="33337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440918" y="4429125"/>
            <a:ext cx="131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Gemini </a:t>
            </a:r>
            <a:r>
              <a:rPr b="1" lang="en-US" sz="21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.5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4648200" y="5086350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Google's latest Flash model for high-speed text analysis.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39275" y="33337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9442846" y="4429125"/>
            <a:ext cx="850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Netlify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420100" y="5086350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Seamless CI/CD deployment for the web application.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85975" y="35242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67400" y="3524250"/>
            <a:ext cx="4572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67862" y="352425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81025" y="200977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Tech Stack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581025"/>
            <a:ext cx="11029950" cy="213419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1057275" y="3648670"/>
            <a:ext cx="105537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Automated Red Flags: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Instantly detects gambling slang, desperation, or deceitful language in loan applications.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057275" y="4221956"/>
            <a:ext cx="105537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Fairness Check: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Standardizes the evaluation process, reducing human bias by applying the same AI logic to everyone.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1057275" y="5130403"/>
            <a:ext cx="105537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Real-Time Speed: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Full risk assessment in under 1.5 seconds, reducing manual review times by up to 80%.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057275" y="5703689"/>
            <a:ext cx="105537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Transparency: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Unlike "Black Box" AI, Credit Guardian explains </a:t>
            </a: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why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score was given with a reasoning paragraph.</a:t>
            </a:r>
            <a:endParaRPr/>
          </a:p>
        </p:txBody>
      </p:sp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69629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269581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178028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751314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81025" y="2715220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Features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0637" y="2466975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81025"/>
            <a:ext cx="110299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6381750" y="297180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Scenario: Financial Inclusion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381750" y="3486150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Input: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Income $0, Loan $2,000.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381750" y="398145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Story: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"I have a signed offer letter from Google starting next month. I need relocation funds."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381750" y="4781550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Traditional Bank: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5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REJECT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(No income).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381750" y="5276850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Credit Guardian: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APPROVE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(Verifies future potential).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81025" y="15335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Demo Scenario: The Student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581025"/>
            <a:ext cx="11029950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3720703" y="4276725"/>
            <a:ext cx="4750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>
              <a:solidFill>
                <a:srgbClr val="F8FAFC"/>
              </a:solidFill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3833812" y="561022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Ready for Questions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3833812" y="6105525"/>
            <a:ext cx="452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Demo: </a:t>
            </a:r>
            <a:r>
              <a:rPr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https://pekomcodefestxenber.netlify.app/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